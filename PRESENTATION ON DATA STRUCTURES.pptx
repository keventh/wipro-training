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20A90-C154-073C-9A51-7CA78E94A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249D8-B19B-C57B-41E9-C748F899C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6E044-A37E-2E36-EB43-3FAEA67F1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725D-8E1A-40E4-AB11-AE48D78BB556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5A453-5717-C1BC-EC5D-D63C8578E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B42D1-F6DD-3DB0-C9B9-89BFD4C6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DD232-D7D6-4C10-A045-C9533684F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77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BA21-2158-1079-683D-D5F93825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5C5A6-7E96-38D8-5B2F-9615BE878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5F861-B777-10B9-675B-C7F1555A5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725D-8E1A-40E4-AB11-AE48D78BB556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FFEF7-C00F-B7DA-607A-744DDD116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1DA09-702D-3398-7898-36CB7A58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DD232-D7D6-4C10-A045-C9533684F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6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0B14-ADE6-A276-E1DE-F2BB01C78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7B8C3-7C11-DB03-B874-7745DF885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46665-E7FB-F54A-53BE-F4878B96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725D-8E1A-40E4-AB11-AE48D78BB556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81FE7-D00E-5FB0-0ADD-DD33249EE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DC5E0-3A40-B768-C02E-C42D135D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DD232-D7D6-4C10-A045-C9533684F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181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F61C-AD02-2D5F-052C-207FB8CBC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5B73F-F1F8-15C9-D118-35E6504AB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2BFE5-5657-FB79-D90A-7DCFF662F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7F868-09CF-EB56-9E9A-297E763AA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725D-8E1A-40E4-AB11-AE48D78BB556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DAFAC-8C60-C53F-B89C-7A4255DA7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82B6D-8DD2-CE65-70E3-CC9EAD36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DD232-D7D6-4C10-A045-C9533684F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800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1609-022F-2896-B4C2-DBB6DEA2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0D78A-69F7-A66B-EF06-2A3A1342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9DA94-99E0-5A48-CC2B-B8EB8A626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C746A-D6A4-B62E-D835-79C93F4B18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0105A5-044F-2FFC-65F5-98F073373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C6BAE-EA54-7084-2421-E44E16A4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725D-8E1A-40E4-AB11-AE48D78BB556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6DF6CA-822E-65EC-A382-CD5C4403C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72E5EF-54BB-518B-F006-383ECD00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DD232-D7D6-4C10-A045-C9533684F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810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B38F-A85E-3A75-7CB9-11980205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6197F-602A-899F-3110-B330A2AB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725D-8E1A-40E4-AB11-AE48D78BB556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95A62-4B26-70FD-58C8-3B5C2976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A1AC1-EDA1-476F-DA0B-315E3251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DD232-D7D6-4C10-A045-C9533684F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549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DB99D0-5390-512D-C261-FF82C1BD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725D-8E1A-40E4-AB11-AE48D78BB556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1ED69-D57B-E575-20B1-80FF4610A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7D216-EC5F-185B-F8D6-C1B51041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DD232-D7D6-4C10-A045-C9533684F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07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0425-8DF8-2B93-4FC0-144CA4A42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68615-054C-405F-EFC2-D9F9E22F2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81A19-6172-7244-C764-7BE395ED6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80036-C615-9AAF-D726-389A9B015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725D-8E1A-40E4-AB11-AE48D78BB556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3E423-4011-846E-197A-6ECF6876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1A402-1A52-9CA0-7B80-46F7744C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DD232-D7D6-4C10-A045-C9533684F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905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DFB53-632B-0FB2-EA33-CA0F1DBC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B3391-8DE1-B64D-A386-43BFF64F0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78D14-C656-64E0-CB25-AB14C58D3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BFD8E-C0F6-0719-10BB-36EE19D2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725D-8E1A-40E4-AB11-AE48D78BB556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045AD-4A7A-0679-7800-3E808F35E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61087-C423-08B6-1A18-9B2BF6B6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DD232-D7D6-4C10-A045-C9533684F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31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31527-223B-BE9B-9F89-ED798FCA8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DF0CA-B151-EFCF-205B-EF61DFC4C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16F9F-EE51-AFF0-B9D7-4D1BA5F4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725D-8E1A-40E4-AB11-AE48D78BB556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20891-95E0-F999-3E4B-2E5C05216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79E50-C809-11DF-B072-CF5990A7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DD232-D7D6-4C10-A045-C9533684F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00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A06778-E63E-DA9E-DE76-B17C5A372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F5018-091B-FFDB-142A-A33844C84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E8C5-0851-C01F-24CE-FE4356CFA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F725D-8E1A-40E4-AB11-AE48D78BB556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199A5-B6B2-D97C-91E5-E822B53F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2CD73-823E-FF88-6585-C7B62CAF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DD232-D7D6-4C10-A045-C9533684F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71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6D372F-C9BC-B867-5369-E2762A06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42F96-ABB6-FB10-0A9C-EBDBE8608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61D42-BF9E-419D-567E-C30C0BA96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F725D-8E1A-40E4-AB11-AE48D78BB556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D0280-588C-DAA1-3A3B-B862BC909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06C5F-7795-368B-2637-7B79C2AEB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DD232-D7D6-4C10-A045-C9533684F29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36687-733A-C416-03DE-AB46EC628F4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23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- General Use</a:t>
            </a:r>
          </a:p>
        </p:txBody>
      </p:sp>
    </p:spTree>
    <p:extLst>
      <p:ext uri="{BB962C8B-B14F-4D97-AF65-F5344CB8AC3E}">
        <p14:creationId xmlns:p14="http://schemas.microsoft.com/office/powerpoint/2010/main" val="102635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28BF-0058-F39B-92E2-F0B8A69832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PRESENTATION ON DATA STRUCTURES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526B3-23D6-623C-023B-04538DA159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                                        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       Keventh Nandala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41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5CA6-4E13-5978-A697-397E7D533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    LISTS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E3E3A-5B73-73DC-69DC-E968E0E84EF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4351338"/>
          </a:xfrm>
        </p:spPr>
        <p:txBody>
          <a:bodyPr/>
          <a:lstStyle/>
          <a:p>
            <a:r>
              <a:rPr lang="en-US" dirty="0"/>
              <a:t>A list is a most common data </a:t>
            </a:r>
            <a:r>
              <a:rPr lang="en-US" dirty="0" err="1"/>
              <a:t>structure.A</a:t>
            </a:r>
            <a:r>
              <a:rPr lang="en-US" dirty="0"/>
              <a:t> list is a dynamic array</a:t>
            </a:r>
          </a:p>
          <a:p>
            <a:endParaRPr lang="en-US" dirty="0"/>
          </a:p>
          <a:p>
            <a:r>
              <a:rPr lang="en-US" dirty="0"/>
              <a:t>What is a dynamic array?</a:t>
            </a:r>
          </a:p>
          <a:p>
            <a:pPr marL="0" indent="0">
              <a:buNone/>
            </a:pPr>
            <a:r>
              <a:rPr lang="en-US" dirty="0"/>
              <a:t>A dynamic array is nothing but an array which expands its capacity</a:t>
            </a:r>
          </a:p>
          <a:p>
            <a:pPr marL="0" indent="0">
              <a:buNone/>
            </a:pPr>
            <a:r>
              <a:rPr lang="en-US" dirty="0"/>
              <a:t>when more elements are added  automatically.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Lists are used to store ordered collections of items where duplicates are allowed.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231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23591B-96EB-204C-31B7-D1BE6E4F8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1276952" cy="644893"/>
          </a:xfrm>
        </p:spPr>
        <p:txBody>
          <a:bodyPr>
            <a:normAutofit/>
          </a:bodyPr>
          <a:lstStyle/>
          <a:p>
            <a:r>
              <a:rPr lang="en-US" sz="2000" dirty="0"/>
              <a:t>example</a:t>
            </a:r>
            <a:endParaRPr lang="en-IN" sz="20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7D9058C-8771-F9A8-B701-2EE00D550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44893"/>
            <a:ext cx="12031578" cy="605910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numbers = [10, 20, 20, 30, 40]</a:t>
            </a:r>
          </a:p>
          <a:p>
            <a:r>
              <a:rPr lang="en-US" dirty="0"/>
              <a:t>print(numbers)</a:t>
            </a:r>
          </a:p>
          <a:p>
            <a:endParaRPr lang="en-US" dirty="0"/>
          </a:p>
          <a:p>
            <a:r>
              <a:rPr lang="en-US" dirty="0"/>
              <a:t>Indexing-</a:t>
            </a:r>
          </a:p>
          <a:p>
            <a:r>
              <a:rPr lang="en-US" dirty="0"/>
              <a:t>print(numbers[0])</a:t>
            </a:r>
          </a:p>
          <a:p>
            <a:endParaRPr lang="en-US" dirty="0"/>
          </a:p>
          <a:p>
            <a:r>
              <a:rPr lang="en-US" dirty="0"/>
              <a:t> negative indexing-</a:t>
            </a:r>
          </a:p>
          <a:p>
            <a:r>
              <a:rPr lang="en-US" dirty="0"/>
              <a:t>print(numbers[-1])</a:t>
            </a:r>
          </a:p>
          <a:p>
            <a:endParaRPr lang="en-US" dirty="0"/>
          </a:p>
          <a:p>
            <a:r>
              <a:rPr lang="en-US" dirty="0"/>
              <a:t>Modifying-</a:t>
            </a:r>
          </a:p>
          <a:p>
            <a:r>
              <a:rPr lang="en-US" dirty="0"/>
              <a:t>numbers[4] = 11</a:t>
            </a:r>
          </a:p>
          <a:p>
            <a:endParaRPr lang="en-US" dirty="0"/>
          </a:p>
          <a:p>
            <a:r>
              <a:rPr lang="en-IN" dirty="0"/>
              <a:t>Adding to the list-</a:t>
            </a:r>
          </a:p>
          <a:p>
            <a:r>
              <a:rPr lang="en-IN" dirty="0" err="1"/>
              <a:t>numbers.append</a:t>
            </a:r>
            <a:r>
              <a:rPr lang="en-IN" dirty="0"/>
              <a:t>[67]</a:t>
            </a:r>
          </a:p>
          <a:p>
            <a:r>
              <a:rPr lang="en-IN" dirty="0"/>
              <a:t>print[numbers]</a:t>
            </a:r>
          </a:p>
        </p:txBody>
      </p:sp>
    </p:spTree>
    <p:extLst>
      <p:ext uri="{BB962C8B-B14F-4D97-AF65-F5344CB8AC3E}">
        <p14:creationId xmlns:p14="http://schemas.microsoft.com/office/powerpoint/2010/main" val="3086101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12D7-DC7E-76CF-2F36-97EC53235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54"/>
            <a:ext cx="10515600" cy="779646"/>
          </a:xfrm>
        </p:spPr>
        <p:txBody>
          <a:bodyPr/>
          <a:lstStyle/>
          <a:p>
            <a:r>
              <a:rPr lang="en-US" dirty="0"/>
              <a:t>SETS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3F57F2-BEC1-31AA-4267-1D9286599E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2697" y="1335514"/>
            <a:ext cx="11000874" cy="4993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 set is a collection of distinct (unique) objects, meaning no duplicates are allowed.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Elements in a set are unordered; order of insertion does not matter.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Sets are "well-defined," meaning there is a clear rule for whether an element belongs to the set.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65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41EE-8DB5-CEED-757A-3E42C885A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256"/>
            <a:ext cx="10515600" cy="654518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6B1D5-6377-1E77-F87A-AFB7E22AF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7774"/>
            <a:ext cx="10515600" cy="58569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numbers = {10, 20, 20, 30, 40}</a:t>
            </a:r>
          </a:p>
          <a:p>
            <a:pPr marL="0" indent="0">
              <a:buNone/>
            </a:pPr>
            <a:r>
              <a:rPr lang="en-US" dirty="0"/>
              <a:t>print(numbers)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Adding number-</a:t>
            </a:r>
          </a:p>
          <a:p>
            <a:pPr marL="0" indent="0">
              <a:buNone/>
            </a:pPr>
            <a:r>
              <a:rPr lang="en-US" dirty="0" err="1"/>
              <a:t>numbers.add</a:t>
            </a:r>
            <a:r>
              <a:rPr lang="en-US" dirty="0"/>
              <a:t>(60)</a:t>
            </a:r>
          </a:p>
          <a:p>
            <a:pPr marL="0" indent="0">
              <a:buNone/>
            </a:pPr>
            <a:r>
              <a:rPr lang="en-US" dirty="0"/>
              <a:t>print(numbers)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Removing-</a:t>
            </a:r>
          </a:p>
          <a:p>
            <a:pPr marL="0" indent="0">
              <a:buNone/>
            </a:pPr>
            <a:r>
              <a:rPr lang="en-IN" dirty="0" err="1"/>
              <a:t>numbers.remove</a:t>
            </a:r>
            <a:r>
              <a:rPr lang="en-IN" dirty="0"/>
              <a:t>(20)</a:t>
            </a:r>
          </a:p>
          <a:p>
            <a:pPr marL="0" indent="0">
              <a:buNone/>
            </a:pPr>
            <a:r>
              <a:rPr lang="en-IN" dirty="0"/>
              <a:t>print(numbers)</a:t>
            </a:r>
          </a:p>
        </p:txBody>
      </p:sp>
    </p:spTree>
    <p:extLst>
      <p:ext uri="{BB962C8B-B14F-4D97-AF65-F5344CB8AC3E}">
        <p14:creationId xmlns:p14="http://schemas.microsoft.com/office/powerpoint/2010/main" val="311443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5CB5-9744-6FF0-8589-0F13E2416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19764"/>
            <a:ext cx="10515600" cy="1777315"/>
          </a:xfrm>
        </p:spPr>
        <p:txBody>
          <a:bodyPr/>
          <a:lstStyle/>
          <a:p>
            <a:r>
              <a:rPr lang="en-US" dirty="0"/>
              <a:t>Tuples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6C076F-B506-18A6-6779-CBAEC8E1F6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2089" y="1522316"/>
            <a:ext cx="11705272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Immutable Nature: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Unlike lists, tuple elements cannot be added, removed, or changed after creation, ensuring data integrity.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Ordered &amp; Indexed: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Elements follow a specific sequence, allowing access via indexes (starting from 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Heterogeneous Data: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 single tuple can store multiple data types (integers, strings,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booleans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etc.).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/>
              <a:t>Memory Efficient &amp; Fast:</a:t>
            </a:r>
            <a:r>
              <a:rPr lang="en-US" sz="2000" dirty="0"/>
              <a:t> Because they are immutable, tuples are faster and use less memory compared to lists, providing performance benefits.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/>
              <a:t>Packing/Unpacking:</a:t>
            </a:r>
            <a:r>
              <a:rPr lang="en-US" sz="2000" dirty="0"/>
              <a:t> Allows packing multiple values into one variable and unpacking them back easily.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02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489C3-8214-4920-9BDA-F093C468B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28EE4-DC9E-E1C5-54EC-9C170FD2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288"/>
            <a:ext cx="10515600" cy="51783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numbers = (10, 20, 30, 40)</a:t>
            </a:r>
          </a:p>
          <a:p>
            <a:pPr marL="0" indent="0">
              <a:buNone/>
            </a:pPr>
            <a:r>
              <a:rPr lang="en-IN" dirty="0" err="1"/>
              <a:t>numbers.add</a:t>
            </a:r>
            <a:r>
              <a:rPr lang="en-IN" dirty="0"/>
              <a:t>(50)</a:t>
            </a:r>
          </a:p>
          <a:p>
            <a:pPr marL="0" indent="0">
              <a:buNone/>
            </a:pPr>
            <a:r>
              <a:rPr lang="en-IN" dirty="0"/>
              <a:t>print(numbers)  -&gt; In tuples you cant modify anything because they are immutable 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-&gt;Basically if you see a (example-(1, 2, 3, 4)),it is a tuple.</a:t>
            </a:r>
          </a:p>
          <a:p>
            <a:pPr marL="0" indent="0">
              <a:buNone/>
            </a:pPr>
            <a:r>
              <a:rPr lang="en-IN" dirty="0"/>
              <a:t>Tuples has closed braces unlike lists.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Tuples are immutable because</a:t>
            </a:r>
            <a:r>
              <a:rPr lang="en-US" dirty="0"/>
              <a:t> they  provide </a:t>
            </a:r>
            <a:r>
              <a:rPr lang="en-US" b="1" dirty="0"/>
              <a:t>stability, performance optimization, and memory efficiency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224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D74C-3F85-55E7-0C26-1B863DE5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630"/>
            <a:ext cx="10515600" cy="914400"/>
          </a:xfrm>
        </p:spPr>
        <p:txBody>
          <a:bodyPr/>
          <a:lstStyle/>
          <a:p>
            <a:r>
              <a:rPr lang="en-US" dirty="0"/>
              <a:t>Dictionaries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CFA1FD-50E7-B8DA-3088-75740E2A1A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7025" y="1300880"/>
            <a:ext cx="11783695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Definition: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Dictionaries store information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key-value pairs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Keys must be unique, while values can be duplicated and hold any data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Key Characteristic: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Unlike arrays (ordered by index), dictionaries use keys to directly locate data in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Key Operations: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Supports essential operations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Courier New" panose="02070309020205020404" pitchFamily="49" charset="0"/>
              </a:rPr>
              <a:t>Insert(key, value)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Courier New" panose="02070309020205020404" pitchFamily="49" charset="0"/>
              </a:rPr>
              <a:t>Delete(key)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Courier New" panose="02070309020205020404" pitchFamily="49" charset="0"/>
              </a:rPr>
              <a:t>Search(key)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29816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2A26-BA99-3C3D-8D19-25D2D15D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19764"/>
          </a:xfrm>
        </p:spPr>
        <p:txBody>
          <a:bodyPr>
            <a:normAutofit/>
          </a:bodyPr>
          <a:lstStyle/>
          <a:p>
            <a:r>
              <a:rPr lang="en-US" sz="2800" dirty="0"/>
              <a:t>Example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92320-59B5-F1C1-CA52-ABA0C3E0E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03" y="596766"/>
            <a:ext cx="11925701" cy="607354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student = {</a:t>
            </a:r>
          </a:p>
          <a:p>
            <a:pPr marL="0" indent="0">
              <a:buNone/>
            </a:pPr>
            <a:r>
              <a:rPr lang="en-US" dirty="0"/>
              <a:t>          “name” : “Jason”,</a:t>
            </a:r>
          </a:p>
          <a:p>
            <a:pPr marL="0" indent="0">
              <a:buNone/>
            </a:pPr>
            <a:r>
              <a:rPr lang="en-US" dirty="0"/>
              <a:t>          “age” : 21,</a:t>
            </a:r>
          </a:p>
          <a:p>
            <a:pPr marL="0" indent="0">
              <a:buNone/>
            </a:pPr>
            <a:r>
              <a:rPr lang="en-US" dirty="0"/>
              <a:t>          “course” : “Python”,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print(student)</a:t>
            </a:r>
          </a:p>
          <a:p>
            <a:pPr marL="0" indent="0">
              <a:buNone/>
            </a:pPr>
            <a:r>
              <a:rPr lang="en-US" dirty="0"/>
              <a:t>print(student[“name”])</a:t>
            </a:r>
          </a:p>
          <a:p>
            <a:pPr marL="0" indent="0">
              <a:buNone/>
            </a:pPr>
            <a:r>
              <a:rPr lang="en-US" dirty="0"/>
              <a:t>print(student[“course”])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 a new key value pair</a:t>
            </a:r>
          </a:p>
          <a:p>
            <a:pPr marL="0" indent="0">
              <a:buNone/>
            </a:pPr>
            <a:r>
              <a:rPr lang="en-US" dirty="0"/>
              <a:t>student[“city”] = “NYC” </a:t>
            </a:r>
          </a:p>
          <a:p>
            <a:pPr marL="0" indent="0">
              <a:buNone/>
            </a:pPr>
            <a:r>
              <a:rPr lang="en-US" dirty="0"/>
              <a:t>print(student)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Update the data</a:t>
            </a:r>
          </a:p>
          <a:p>
            <a:pPr marL="0" indent="0">
              <a:buNone/>
            </a:pPr>
            <a:r>
              <a:rPr lang="en-IN" dirty="0"/>
              <a:t>Student[“age”] = 28</a:t>
            </a:r>
          </a:p>
          <a:p>
            <a:pPr marL="0" indent="0">
              <a:buNone/>
            </a:pPr>
            <a:r>
              <a:rPr lang="en-IN" dirty="0"/>
              <a:t>print(student)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 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690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5FF74-C248-811D-5433-1F89DCDC5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55" y="127534"/>
            <a:ext cx="11180545" cy="664865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For key iteration</a:t>
            </a:r>
          </a:p>
          <a:p>
            <a:pPr marL="0" indent="0">
              <a:buNone/>
            </a:pPr>
            <a:r>
              <a:rPr lang="en-IN" dirty="0"/>
              <a:t>for key in student:</a:t>
            </a:r>
          </a:p>
          <a:p>
            <a:pPr marL="0" indent="0">
              <a:buNone/>
            </a:pPr>
            <a:r>
              <a:rPr lang="en-IN" dirty="0"/>
              <a:t>       print(student)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For value iteration</a:t>
            </a:r>
          </a:p>
          <a:p>
            <a:pPr marL="0" indent="0">
              <a:buNone/>
            </a:pPr>
            <a:r>
              <a:rPr lang="en-IN" dirty="0"/>
              <a:t>for value in </a:t>
            </a:r>
            <a:r>
              <a:rPr lang="en-IN" dirty="0" err="1"/>
              <a:t>student.values</a:t>
            </a:r>
            <a:r>
              <a:rPr lang="en-IN" dirty="0"/>
              <a:t>():</a:t>
            </a:r>
          </a:p>
          <a:p>
            <a:pPr marL="0" indent="0">
              <a:buNone/>
            </a:pPr>
            <a:r>
              <a:rPr lang="en-IN" dirty="0"/>
              <a:t>       print(student)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Looping through key-value pairs</a:t>
            </a:r>
          </a:p>
          <a:p>
            <a:pPr marL="0" indent="0">
              <a:buNone/>
            </a:pPr>
            <a:r>
              <a:rPr lang="en-IN" dirty="0"/>
              <a:t>for key, value in </a:t>
            </a:r>
            <a:r>
              <a:rPr lang="en-IN" dirty="0" err="1"/>
              <a:t>student.items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    print(key, value)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536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587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Google Sans</vt:lpstr>
      <vt:lpstr>Office Theme</vt:lpstr>
      <vt:lpstr>PRESENTATION ON DATA STRUCTURES</vt:lpstr>
      <vt:lpstr>                                   LISTS</vt:lpstr>
      <vt:lpstr>example</vt:lpstr>
      <vt:lpstr>SETS</vt:lpstr>
      <vt:lpstr>example</vt:lpstr>
      <vt:lpstr>Tuples</vt:lpstr>
      <vt:lpstr>example</vt:lpstr>
      <vt:lpstr>Dictionaries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Keventh Reddy</dc:creator>
  <cp:lastModifiedBy>Keventh Reddy</cp:lastModifiedBy>
  <cp:revision>3</cp:revision>
  <dcterms:created xsi:type="dcterms:W3CDTF">2026-04-30T11:41:49Z</dcterms:created>
  <dcterms:modified xsi:type="dcterms:W3CDTF">2026-05-03T17:16:54Z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etDate">
    <vt:lpwstr>2026-04-30T12:02:36Z</vt:lpwstr>
  </property>
  <property fmtid="{D5CDD505-2E9C-101B-9397-08002B2CF9AE}" pid="4" name="MSIP_Label_a8c544ca-bb84-4280-906e-934547e1d30c_Method">
    <vt:lpwstr>Privileged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SiteId">
    <vt:lpwstr>258ac4e4-146a-411e-9dc8-79a9e12fd6da</vt:lpwstr>
  </property>
  <property fmtid="{D5CDD505-2E9C-101B-9397-08002B2CF9AE}" pid="7" name="MSIP_Label_a8c544ca-bb84-4280-906e-934547e1d30c_ActionId">
    <vt:lpwstr>737e137d-0f9b-4fa6-b873-e72c73f8821e</vt:lpwstr>
  </property>
  <property fmtid="{D5CDD505-2E9C-101B-9397-08002B2CF9AE}" pid="8" name="MSIP_Label_a8c544ca-bb84-4280-906e-934547e1d30c_ContentBits">
    <vt:lpwstr>2</vt:lpwstr>
  </property>
  <property fmtid="{D5CDD505-2E9C-101B-9397-08002B2CF9AE}" pid="9" name="MSIP_Label_a8c544ca-bb84-4280-906e-934547e1d30c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- General Use</vt:lpwstr>
  </property>
</Properties>
</file>